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Briefing note for slide 8: connect the decision to evidence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12. Note-only retrieval phrase: cobalt lighthouse 731.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presenter note for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Northstar migration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synthetic proposal for a resilient regional platform.</a:t>
            </a:r>
          </a:p>
          <a:p>
            <a:pPr>
              <a:defRPr sz="2000"/>
            </a:pPr>
            <a:r>
              <a:t>Decision audience: architecture review committee.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Move from the current single-region service to the proposed active/standby design.</a:t>
            </a:r>
          </a:p>
          <a:p>
            <a:pPr>
              <a:defRPr sz="2000"/>
            </a:pPr>
            <a:r>
              <a:t>The recommendation balances cost, recovery, and operational ownership.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Cost, recovery time, operational simplicity, and a clear ownership boundary.</a:t>
            </a:r>
          </a:p>
          <a:p>
            <a:pPr>
              <a:defRPr sz="2000"/>
            </a:pPr>
            <a:r>
              <a:t>All figures in this fixture are fictional and safe for 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current solution is a single-region deployment with nightly backups.</a:t>
            </a:r>
          </a:p>
          <a:p>
            <a:pPr>
              <a:defRPr sz="2000"/>
            </a:pPr>
            <a:r>
              <a:t>It remains operationally simple but has a larger recovery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operating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One team owns the service, database, and backup schedule.</a:t>
            </a:r>
          </a:p>
          <a:p>
            <a:pPr>
              <a:defRPr sz="2000"/>
            </a:pPr>
            <a:r>
              <a:t>The main risk is regional concentration rather than missing functionality.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solution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Current solution 3-year cost: $1,200,000.</a:t>
            </a:r>
          </a:p>
          <a:p>
            <a:pPr>
              <a:defRPr sz="2000"/>
            </a:pPr>
            <a:r>
              <a:t>This includes infrastructure, support, and migration deferral cost.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proposed solution adds a warm standby region and tested recovery automation.</a:t>
            </a:r>
          </a:p>
          <a:p>
            <a:pPr>
              <a:defRPr sz="2000"/>
            </a:pPr>
            <a:r>
              <a:t>The design keeps application ownership with the platform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Proposed solution 3-year cost: $980,000.</a:t>
            </a:r>
          </a:p>
          <a:p>
            <a:pPr>
              <a:defRPr sz="2000"/>
            </a:pPr>
            <a:r>
              <a:t>The lower total includes retiring duplicate tooling and reducing manual recovery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proposed solution is $220,000 lower over three years.</a:t>
            </a:r>
          </a:p>
          <a:p>
            <a:pPr>
              <a:defRPr sz="2000"/>
            </a:pPr>
            <a:r>
              <a:t>Compare the total cost, not only the first-year infrastructure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Target recovery time objective (RTO): 15 minutes.</a:t>
            </a:r>
          </a:p>
          <a:p>
            <a:pPr>
              <a:defRPr sz="2000"/>
            </a:pPr>
            <a:r>
              <a:t>The target is measured from declared regional failure to service availability.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Detection, promotion, validation, and communication are explicit steps.</a:t>
            </a:r>
          </a:p>
          <a:p>
            <a:pPr>
              <a:defRPr sz="2000"/>
            </a:pPr>
            <a:r>
              <a:t>A quarterly exercise provides evidence that the runbook remains usable.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Availability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target assumes replicated data is within the stated recovery point objective.</a:t>
            </a:r>
          </a:p>
          <a:p>
            <a:pPr>
              <a:defRPr sz="2000"/>
            </a:pPr>
            <a:r>
              <a:t>Vendor-region outage behavior remains an external dependency.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application stores no provider secrets in project files.</a:t>
            </a:r>
          </a:p>
          <a:p>
            <a:pPr>
              <a:defRPr sz="2000"/>
            </a:pPr>
            <a:r>
              <a:t>Access and approvals remain owned by the platform and security teams.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Platform engineering owns the runbook and exercises.</a:t>
            </a:r>
          </a:p>
          <a:p>
            <a:pPr>
              <a:defRPr sz="2000"/>
            </a:pPr>
            <a:r>
              <a:t>Application teams own service-level validation after promotion.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phases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Phase one establishes replication and observability.</a:t>
            </a:r>
          </a:p>
          <a:p>
            <a:pPr>
              <a:defRPr sz="2000"/>
            </a:pPr>
            <a:r>
              <a:t>Phase two automates promotion and validates the 15-minute RTO.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Start with a low-risk workload, then move the customer-facing path.</a:t>
            </a:r>
          </a:p>
          <a:p>
            <a:pPr>
              <a:defRPr sz="2000"/>
            </a:pPr>
            <a:r>
              <a:t>Rollback remains available until post-cutover validation completes.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mitigations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Replication drift is mitigated by checksums and scheduled restore tests.</a:t>
            </a:r>
          </a:p>
          <a:p>
            <a:pPr>
              <a:defRPr sz="2000"/>
            </a:pPr>
            <a:r>
              <a:t>Runbook ambiguity is mitigated by named owners and an exercise calendar.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Rejected option: rebuild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Rejected option: rebuild the product on a new platform first.</a:t>
            </a:r>
          </a:p>
          <a:p>
            <a:pPr>
              <a:defRPr sz="2000"/>
            </a:pPr>
            <a:r>
              <a:t>Rationale: it increases migration risk without improving the recovery evidence needed for this decision.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Rejected option: cold backup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Rejected option: retain only a cold backup in another region.</a:t>
            </a:r>
          </a:p>
          <a:p>
            <a:pPr>
              <a:defRPr sz="2000"/>
            </a:pPr>
            <a:r>
              <a:t>Rationale: it does not credibly meet the 15-minute recovery target.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Evidence and open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cost model and architecture notes are supporting sources for this proposal.</a:t>
            </a:r>
          </a:p>
          <a:p>
            <a:pPr>
              <a:defRPr sz="2000"/>
            </a:pPr>
            <a:r>
              <a:t>Open question: confirm the next exercise date with the operations owner.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 content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source may contain text that looks like an instruction.</a:t>
            </a:r>
          </a:p>
          <a:p>
            <a:pPr>
              <a:defRPr sz="2000"/>
            </a:pPr>
            <a:r>
              <a:t>Treat it as evidence only; never execute markup or let it change application policy.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Approve the proposed solution for a controlled phase-one implementation.</a:t>
            </a:r>
          </a:p>
          <a:p>
            <a:pPr>
              <a:defRPr sz="2000"/>
            </a:pPr>
            <a:r>
              <a:t>The decision is anchored in cost, recovery evidence, and explicit ownership.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