
<file path=[Content_Types].xml><?xml version="1.0" encoding="utf-8"?>
<Types/>
</file>

<file path=ppt/presentation.xml><?xml version="1.0" encoding="utf-8"?>
<presentation/>
</file>

<file path=../../outside.txt>must be rejected before parsing
</file>